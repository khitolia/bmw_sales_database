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6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425A23-0B6B-4E38-8D2C-BE6EC7939D61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7C8BBD8-20C3-4E79-BCCD-E64FA3A63C59}">
      <dgm:prSet phldrT="[Text]"/>
      <dgm:spPr/>
      <dgm:t>
        <a:bodyPr/>
        <a:lstStyle/>
        <a:p>
          <a:r>
            <a:rPr lang="en-US" dirty="0" smtClean="0"/>
            <a:t>DATA SOURCE CONNECTION</a:t>
          </a:r>
          <a:endParaRPr lang="en-US" dirty="0"/>
        </a:p>
      </dgm:t>
    </dgm:pt>
    <dgm:pt modelId="{14BE3DE3-95AA-4BD9-AF9B-2B207776AE65}" cxnId="{3E23F833-0A9D-4CD3-86BD-E68D99EA6885}" type="parTrans">
      <dgm:prSet/>
      <dgm:spPr/>
      <dgm:t>
        <a:bodyPr/>
        <a:lstStyle/>
        <a:p>
          <a:endParaRPr lang="en-US"/>
        </a:p>
      </dgm:t>
    </dgm:pt>
    <dgm:pt modelId="{5D8793F1-ACD5-44B2-A9D1-D3FFD090358C}" cxnId="{3E23F833-0A9D-4CD3-86BD-E68D99EA6885}" type="sibTrans">
      <dgm:prSet/>
      <dgm:spPr/>
      <dgm:t>
        <a:bodyPr/>
        <a:lstStyle/>
        <a:p>
          <a:endParaRPr lang="en-US"/>
        </a:p>
      </dgm:t>
    </dgm:pt>
    <dgm:pt modelId="{21FC8306-AD14-4409-A34D-5CB43842AAE7}">
      <dgm:prSet phldrT="[Text]"/>
      <dgm:spPr/>
      <dgm:t>
        <a:bodyPr/>
        <a:lstStyle/>
        <a:p>
          <a:r>
            <a:rPr lang="en-US" dirty="0" smtClean="0"/>
            <a:t>EDA</a:t>
          </a:r>
          <a:endParaRPr lang="en-US" dirty="0"/>
        </a:p>
      </dgm:t>
    </dgm:pt>
    <dgm:pt modelId="{CC66A936-8E62-4F67-A098-6C33511135E9}" cxnId="{4F1FC720-89E7-405E-B28D-80CE5BD5F53C}" type="parTrans">
      <dgm:prSet/>
      <dgm:spPr/>
      <dgm:t>
        <a:bodyPr/>
        <a:lstStyle/>
        <a:p>
          <a:endParaRPr lang="en-US"/>
        </a:p>
      </dgm:t>
    </dgm:pt>
    <dgm:pt modelId="{967ABEF7-CA93-4294-B31F-A30F99612DAC}" cxnId="{4F1FC720-89E7-405E-B28D-80CE5BD5F53C}" type="sibTrans">
      <dgm:prSet/>
      <dgm:spPr/>
      <dgm:t>
        <a:bodyPr/>
        <a:lstStyle/>
        <a:p>
          <a:endParaRPr lang="en-US"/>
        </a:p>
      </dgm:t>
    </dgm:pt>
    <dgm:pt modelId="{946E2050-CA79-4C23-9FEB-411BB9AB6D21}">
      <dgm:prSet phldrT="[Text]"/>
      <dgm:spPr/>
      <dgm:t>
        <a:bodyPr/>
        <a:lstStyle/>
        <a:p>
          <a:r>
            <a:rPr lang="en-US" dirty="0" smtClean="0"/>
            <a:t>MODEL BUILDING</a:t>
          </a:r>
          <a:endParaRPr lang="en-US" dirty="0"/>
        </a:p>
      </dgm:t>
    </dgm:pt>
    <dgm:pt modelId="{141D6E84-6A29-479C-B839-7A3780C21AA0}" cxnId="{2C2CDA19-B21D-4043-850C-E56096B81E99}" type="parTrans">
      <dgm:prSet/>
      <dgm:spPr/>
      <dgm:t>
        <a:bodyPr/>
        <a:lstStyle/>
        <a:p>
          <a:endParaRPr lang="en-US"/>
        </a:p>
      </dgm:t>
    </dgm:pt>
    <dgm:pt modelId="{9A27A281-610E-495E-A054-B4CA832B84CC}" cxnId="{2C2CDA19-B21D-4043-850C-E56096B81E99}" type="sibTrans">
      <dgm:prSet/>
      <dgm:spPr/>
      <dgm:t>
        <a:bodyPr/>
        <a:lstStyle/>
        <a:p>
          <a:endParaRPr lang="en-US"/>
        </a:p>
      </dgm:t>
    </dgm:pt>
    <dgm:pt modelId="{9A46D3BB-33CD-4470-83CC-861C4FAE983C}">
      <dgm:prSet phldrT="[Text]"/>
      <dgm:spPr/>
      <dgm:t>
        <a:bodyPr/>
        <a:lstStyle/>
        <a:p>
          <a:r>
            <a:rPr lang="en-US" dirty="0" smtClean="0"/>
            <a:t>DEPLOYMENT</a:t>
          </a:r>
          <a:endParaRPr lang="en-US" dirty="0"/>
        </a:p>
      </dgm:t>
    </dgm:pt>
    <dgm:pt modelId="{4B6CCBB4-10F4-4E80-BEB8-A070603BA1D6}" cxnId="{0F1B6B09-1B24-4E8B-9B51-61579BE5F61E}" type="parTrans">
      <dgm:prSet/>
      <dgm:spPr/>
      <dgm:t>
        <a:bodyPr/>
        <a:lstStyle/>
        <a:p>
          <a:endParaRPr lang="en-US"/>
        </a:p>
      </dgm:t>
    </dgm:pt>
    <dgm:pt modelId="{1F69144A-F413-47DD-B85F-C8CD8B43A2C1}" cxnId="{0F1B6B09-1B24-4E8B-9B51-61579BE5F61E}" type="sibTrans">
      <dgm:prSet/>
      <dgm:spPr/>
      <dgm:t>
        <a:bodyPr/>
        <a:lstStyle/>
        <a:p>
          <a:endParaRPr lang="en-US"/>
        </a:p>
      </dgm:t>
    </dgm:pt>
    <dgm:pt modelId="{C1542BD5-8562-4635-98D6-851C653C9791}">
      <dgm:prSet phldrT="[Text]"/>
      <dgm:spPr/>
      <dgm:t>
        <a:bodyPr/>
        <a:lstStyle/>
        <a:p>
          <a:r>
            <a:rPr lang="en-US" dirty="0" smtClean="0"/>
            <a:t>DATABASE STORAGE</a:t>
          </a:r>
          <a:endParaRPr lang="en-US" dirty="0"/>
        </a:p>
      </dgm:t>
    </dgm:pt>
    <dgm:pt modelId="{FE93384C-9ADB-4555-B9D2-FC5F88C1CD97}" cxnId="{318A057B-B002-4FC4-A238-9DE1FBAD25C1}" type="parTrans">
      <dgm:prSet/>
      <dgm:spPr/>
      <dgm:t>
        <a:bodyPr/>
        <a:lstStyle/>
        <a:p>
          <a:endParaRPr lang="en-US"/>
        </a:p>
      </dgm:t>
    </dgm:pt>
    <dgm:pt modelId="{F3BC69DC-8CF0-4E49-9E23-ED5CFF303506}" cxnId="{318A057B-B002-4FC4-A238-9DE1FBAD25C1}" type="sibTrans">
      <dgm:prSet/>
      <dgm:spPr/>
      <dgm:t>
        <a:bodyPr/>
        <a:lstStyle/>
        <a:p>
          <a:endParaRPr lang="en-US"/>
        </a:p>
      </dgm:t>
    </dgm:pt>
    <dgm:pt modelId="{877E4CA8-4B3D-4B11-BA32-88F2D1F0ACAA}">
      <dgm:prSet phldrT="[Text]"/>
      <dgm:spPr/>
      <dgm:t>
        <a:bodyPr/>
        <a:lstStyle/>
        <a:p>
          <a:r>
            <a:rPr lang="en-US" dirty="0" smtClean="0"/>
            <a:t>LOCAL DATA RETRIEVAL</a:t>
          </a:r>
          <a:endParaRPr lang="en-US" dirty="0"/>
        </a:p>
      </dgm:t>
    </dgm:pt>
    <dgm:pt modelId="{A5370DD4-2251-4426-BCC9-4F6AE8051304}" cxnId="{79D6754E-9530-4A30-9B7A-426A20B3F45A}" type="parTrans">
      <dgm:prSet/>
      <dgm:spPr/>
      <dgm:t>
        <a:bodyPr/>
        <a:lstStyle/>
        <a:p>
          <a:endParaRPr lang="en-US"/>
        </a:p>
      </dgm:t>
    </dgm:pt>
    <dgm:pt modelId="{2A4BE23B-0B74-4BDA-81A5-CC9E5A60C737}" cxnId="{79D6754E-9530-4A30-9B7A-426A20B3F45A}" type="sibTrans">
      <dgm:prSet/>
      <dgm:spPr/>
      <dgm:t>
        <a:bodyPr/>
        <a:lstStyle/>
        <a:p>
          <a:endParaRPr lang="en-US"/>
        </a:p>
      </dgm:t>
    </dgm:pt>
    <dgm:pt modelId="{3FDB5E3E-AE22-4CD1-935D-69D0E8E7DA22}" type="pres">
      <dgm:prSet presAssocID="{74425A23-0B6B-4E38-8D2C-BE6EC7939D61}" presName="Name0" presStyleCnt="0">
        <dgm:presLayoutVars>
          <dgm:chMax val="7"/>
          <dgm:chPref val="7"/>
          <dgm:dir val="rev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213A23AB-132F-4836-9479-B4DF683B428A}" type="pres">
      <dgm:prSet presAssocID="{77C8BBD8-20C3-4E79-BCCD-E64FA3A63C59}" presName="Accent1" presStyleCnt="0"/>
      <dgm:spPr/>
    </dgm:pt>
    <dgm:pt modelId="{A2FF25F9-8036-4D51-BD10-FF059B76F4DE}" type="pres">
      <dgm:prSet presAssocID="{77C8BBD8-20C3-4E79-BCCD-E64FA3A63C59}" presName="Accent" presStyleLbl="node1" presStyleIdx="0" presStyleCnt="6"/>
      <dgm:spPr/>
    </dgm:pt>
    <dgm:pt modelId="{E4EE5B54-D401-4B9D-BC77-23C45080B7F3}" type="pres">
      <dgm:prSet presAssocID="{77C8BBD8-20C3-4E79-BCCD-E64FA3A63C59}" presName="Parent1" presStyleLbl="revTx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76CDF8-B139-4CC0-BC1D-4A45CB652944}" type="pres">
      <dgm:prSet presAssocID="{21FC8306-AD14-4409-A34D-5CB43842AAE7}" presName="Accent2" presStyleCnt="0"/>
      <dgm:spPr/>
    </dgm:pt>
    <dgm:pt modelId="{145857EB-4558-426C-841F-10EADD9466C0}" type="pres">
      <dgm:prSet presAssocID="{21FC8306-AD14-4409-A34D-5CB43842AAE7}" presName="Accent" presStyleLbl="node1" presStyleIdx="1" presStyleCnt="6"/>
      <dgm:spPr/>
    </dgm:pt>
    <dgm:pt modelId="{EF559E79-ECB4-4D85-AF36-23685C3FEB22}" type="pres">
      <dgm:prSet presAssocID="{21FC8306-AD14-4409-A34D-5CB43842AAE7}" presName="Parent2" presStyleLbl="revTx" presStyleIdx="1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4A841B-1E16-41C0-9520-B6DA84E90BFC}" type="pres">
      <dgm:prSet presAssocID="{946E2050-CA79-4C23-9FEB-411BB9AB6D21}" presName="Accent3" presStyleCnt="0"/>
      <dgm:spPr/>
    </dgm:pt>
    <dgm:pt modelId="{2B2E8C80-96C8-40C1-905D-166B44902B2B}" type="pres">
      <dgm:prSet presAssocID="{946E2050-CA79-4C23-9FEB-411BB9AB6D21}" presName="Accent" presStyleLbl="node1" presStyleIdx="2" presStyleCnt="6"/>
      <dgm:spPr/>
    </dgm:pt>
    <dgm:pt modelId="{89EFB25A-03F5-4A58-B8ED-5758B7CA00FB}" type="pres">
      <dgm:prSet presAssocID="{946E2050-CA79-4C23-9FEB-411BB9AB6D21}" presName="Parent3" presStyleLbl="revTx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DD6C48-A8C2-42AE-AAB5-7BA30DF14B56}" type="pres">
      <dgm:prSet presAssocID="{9A46D3BB-33CD-4470-83CC-861C4FAE983C}" presName="Accent4" presStyleCnt="0"/>
      <dgm:spPr/>
    </dgm:pt>
    <dgm:pt modelId="{708792D5-D883-4423-98DA-3CF50867C68A}" type="pres">
      <dgm:prSet presAssocID="{9A46D3BB-33CD-4470-83CC-861C4FAE983C}" presName="Accent" presStyleLbl="node1" presStyleIdx="3" presStyleCnt="6"/>
      <dgm:spPr/>
    </dgm:pt>
    <dgm:pt modelId="{2F331285-B094-4F55-AF19-521AA962A7F4}" type="pres">
      <dgm:prSet presAssocID="{9A46D3BB-33CD-4470-83CC-861C4FAE983C}" presName="Parent4" presStyleLbl="revTx" presStyleIdx="3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EDE5BD-909C-451E-840E-93313AD01663}" type="pres">
      <dgm:prSet presAssocID="{C1542BD5-8562-4635-98D6-851C653C9791}" presName="Accent5" presStyleCnt="0"/>
      <dgm:spPr/>
    </dgm:pt>
    <dgm:pt modelId="{B5D3A388-2609-41FB-B39A-0E8C26F2ED44}" type="pres">
      <dgm:prSet presAssocID="{C1542BD5-8562-4635-98D6-851C653C9791}" presName="Accent" presStyleLbl="node1" presStyleIdx="4" presStyleCnt="6"/>
      <dgm:spPr/>
    </dgm:pt>
    <dgm:pt modelId="{1F784C06-EA63-42AB-950D-C4EB305E5C14}" type="pres">
      <dgm:prSet presAssocID="{C1542BD5-8562-4635-98D6-851C653C9791}" presName="Parent5" presStyleLbl="revTx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F0C63F-7354-4DB6-A647-2F7828F472F5}" type="pres">
      <dgm:prSet presAssocID="{877E4CA8-4B3D-4B11-BA32-88F2D1F0ACAA}" presName="Accent6" presStyleCnt="0"/>
      <dgm:spPr/>
    </dgm:pt>
    <dgm:pt modelId="{F3538DB7-E88F-43C9-94F6-E256DA21673E}" type="pres">
      <dgm:prSet presAssocID="{877E4CA8-4B3D-4B11-BA32-88F2D1F0ACAA}" presName="Accent" presStyleLbl="node1" presStyleIdx="5" presStyleCnt="6"/>
      <dgm:spPr/>
    </dgm:pt>
    <dgm:pt modelId="{72DC566B-C657-4603-8DF5-717DAEA9A78B}" type="pres">
      <dgm:prSet presAssocID="{877E4CA8-4B3D-4B11-BA32-88F2D1F0ACAA}" presName="Parent6" presStyleLbl="revTx" presStyleIdx="5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304E36A-6AC4-4418-8286-804C5906F3F7}" type="presOf" srcId="{74425A23-0B6B-4E38-8D2C-BE6EC7939D61}" destId="{3FDB5E3E-AE22-4CD1-935D-69D0E8E7DA22}" srcOrd="0" destOrd="0" presId="urn:microsoft.com/office/officeart/2009/layout/CircleArrowProcess"/>
    <dgm:cxn modelId="{04901AFA-9174-49AB-8E41-6DC65D5D86FA}" type="presOf" srcId="{877E4CA8-4B3D-4B11-BA32-88F2D1F0ACAA}" destId="{72DC566B-C657-4603-8DF5-717DAEA9A78B}" srcOrd="0" destOrd="0" presId="urn:microsoft.com/office/officeart/2009/layout/CircleArrowProcess"/>
    <dgm:cxn modelId="{318A057B-B002-4FC4-A238-9DE1FBAD25C1}" srcId="{74425A23-0B6B-4E38-8D2C-BE6EC7939D61}" destId="{C1542BD5-8562-4635-98D6-851C653C9791}" srcOrd="4" destOrd="0" parTransId="{FE93384C-9ADB-4555-B9D2-FC5F88C1CD97}" sibTransId="{F3BC69DC-8CF0-4E49-9E23-ED5CFF303506}"/>
    <dgm:cxn modelId="{2C2CDA19-B21D-4043-850C-E56096B81E99}" srcId="{74425A23-0B6B-4E38-8D2C-BE6EC7939D61}" destId="{946E2050-CA79-4C23-9FEB-411BB9AB6D21}" srcOrd="2" destOrd="0" parTransId="{141D6E84-6A29-479C-B839-7A3780C21AA0}" sibTransId="{9A27A281-610E-495E-A054-B4CA832B84CC}"/>
    <dgm:cxn modelId="{3E23F833-0A9D-4CD3-86BD-E68D99EA6885}" srcId="{74425A23-0B6B-4E38-8D2C-BE6EC7939D61}" destId="{77C8BBD8-20C3-4E79-BCCD-E64FA3A63C59}" srcOrd="0" destOrd="0" parTransId="{14BE3DE3-95AA-4BD9-AF9B-2B207776AE65}" sibTransId="{5D8793F1-ACD5-44B2-A9D1-D3FFD090358C}"/>
    <dgm:cxn modelId="{90ED86BC-0DCB-4179-A125-97055F0475E4}" type="presOf" srcId="{9A46D3BB-33CD-4470-83CC-861C4FAE983C}" destId="{2F331285-B094-4F55-AF19-521AA962A7F4}" srcOrd="0" destOrd="0" presId="urn:microsoft.com/office/officeart/2009/layout/CircleArrowProcess"/>
    <dgm:cxn modelId="{819D2B78-ACF6-4333-950E-236481663827}" type="presOf" srcId="{77C8BBD8-20C3-4E79-BCCD-E64FA3A63C59}" destId="{E4EE5B54-D401-4B9D-BC77-23C45080B7F3}" srcOrd="0" destOrd="0" presId="urn:microsoft.com/office/officeart/2009/layout/CircleArrowProcess"/>
    <dgm:cxn modelId="{28AF36DB-4434-4FAA-B59D-4F4AD919D112}" type="presOf" srcId="{C1542BD5-8562-4635-98D6-851C653C9791}" destId="{1F784C06-EA63-42AB-950D-C4EB305E5C14}" srcOrd="0" destOrd="0" presId="urn:microsoft.com/office/officeart/2009/layout/CircleArrowProcess"/>
    <dgm:cxn modelId="{3F1C434A-1116-435D-9CF6-2623D520616E}" type="presOf" srcId="{21FC8306-AD14-4409-A34D-5CB43842AAE7}" destId="{EF559E79-ECB4-4D85-AF36-23685C3FEB22}" srcOrd="0" destOrd="0" presId="urn:microsoft.com/office/officeart/2009/layout/CircleArrowProcess"/>
    <dgm:cxn modelId="{F7095571-7AA6-4EC3-8A11-F0F6283128FF}" type="presOf" srcId="{946E2050-CA79-4C23-9FEB-411BB9AB6D21}" destId="{89EFB25A-03F5-4A58-B8ED-5758B7CA00FB}" srcOrd="0" destOrd="0" presId="urn:microsoft.com/office/officeart/2009/layout/CircleArrowProcess"/>
    <dgm:cxn modelId="{4F1FC720-89E7-405E-B28D-80CE5BD5F53C}" srcId="{74425A23-0B6B-4E38-8D2C-BE6EC7939D61}" destId="{21FC8306-AD14-4409-A34D-5CB43842AAE7}" srcOrd="1" destOrd="0" parTransId="{CC66A936-8E62-4F67-A098-6C33511135E9}" sibTransId="{967ABEF7-CA93-4294-B31F-A30F99612DAC}"/>
    <dgm:cxn modelId="{79D6754E-9530-4A30-9B7A-426A20B3F45A}" srcId="{74425A23-0B6B-4E38-8D2C-BE6EC7939D61}" destId="{877E4CA8-4B3D-4B11-BA32-88F2D1F0ACAA}" srcOrd="5" destOrd="0" parTransId="{A5370DD4-2251-4426-BCC9-4F6AE8051304}" sibTransId="{2A4BE23B-0B74-4BDA-81A5-CC9E5A60C737}"/>
    <dgm:cxn modelId="{0F1B6B09-1B24-4E8B-9B51-61579BE5F61E}" srcId="{74425A23-0B6B-4E38-8D2C-BE6EC7939D61}" destId="{9A46D3BB-33CD-4470-83CC-861C4FAE983C}" srcOrd="3" destOrd="0" parTransId="{4B6CCBB4-10F4-4E80-BEB8-A070603BA1D6}" sibTransId="{1F69144A-F413-47DD-B85F-C8CD8B43A2C1}"/>
    <dgm:cxn modelId="{93B6C711-5568-45FF-9E53-AC24AA319640}" type="presParOf" srcId="{3FDB5E3E-AE22-4CD1-935D-69D0E8E7DA22}" destId="{213A23AB-132F-4836-9479-B4DF683B428A}" srcOrd="0" destOrd="0" presId="urn:microsoft.com/office/officeart/2009/layout/CircleArrowProcess"/>
    <dgm:cxn modelId="{5E079BAD-2439-4AD8-8FC2-CB811301AACB}" type="presParOf" srcId="{213A23AB-132F-4836-9479-B4DF683B428A}" destId="{A2FF25F9-8036-4D51-BD10-FF059B76F4DE}" srcOrd="0" destOrd="0" presId="urn:microsoft.com/office/officeart/2009/layout/CircleArrowProcess"/>
    <dgm:cxn modelId="{3BFECC91-1F93-43A5-B5F6-C72BD7EC80C7}" type="presParOf" srcId="{3FDB5E3E-AE22-4CD1-935D-69D0E8E7DA22}" destId="{E4EE5B54-D401-4B9D-BC77-23C45080B7F3}" srcOrd="1" destOrd="0" presId="urn:microsoft.com/office/officeart/2009/layout/CircleArrowProcess"/>
    <dgm:cxn modelId="{58161A43-43CF-427A-8A57-734366F7F286}" type="presParOf" srcId="{3FDB5E3E-AE22-4CD1-935D-69D0E8E7DA22}" destId="{0576CDF8-B139-4CC0-BC1D-4A45CB652944}" srcOrd="2" destOrd="0" presId="urn:microsoft.com/office/officeart/2009/layout/CircleArrowProcess"/>
    <dgm:cxn modelId="{F9D5AE87-CA41-4C1D-BE7C-7AAE7E1E7985}" type="presParOf" srcId="{0576CDF8-B139-4CC0-BC1D-4A45CB652944}" destId="{145857EB-4558-426C-841F-10EADD9466C0}" srcOrd="0" destOrd="0" presId="urn:microsoft.com/office/officeart/2009/layout/CircleArrowProcess"/>
    <dgm:cxn modelId="{E6F04FD4-239A-4ADC-8A6B-26B81C3FFCF2}" type="presParOf" srcId="{3FDB5E3E-AE22-4CD1-935D-69D0E8E7DA22}" destId="{EF559E79-ECB4-4D85-AF36-23685C3FEB22}" srcOrd="3" destOrd="0" presId="urn:microsoft.com/office/officeart/2009/layout/CircleArrowProcess"/>
    <dgm:cxn modelId="{3B7AF6E5-C0FA-4ACD-916D-F54BAA415EA5}" type="presParOf" srcId="{3FDB5E3E-AE22-4CD1-935D-69D0E8E7DA22}" destId="{9B4A841B-1E16-41C0-9520-B6DA84E90BFC}" srcOrd="4" destOrd="0" presId="urn:microsoft.com/office/officeart/2009/layout/CircleArrowProcess"/>
    <dgm:cxn modelId="{44F8F418-D824-441E-84D5-E52CB1520161}" type="presParOf" srcId="{9B4A841B-1E16-41C0-9520-B6DA84E90BFC}" destId="{2B2E8C80-96C8-40C1-905D-166B44902B2B}" srcOrd="0" destOrd="0" presId="urn:microsoft.com/office/officeart/2009/layout/CircleArrowProcess"/>
    <dgm:cxn modelId="{87FB4C3C-E9B3-4E05-AC14-F9A404CFB3C6}" type="presParOf" srcId="{3FDB5E3E-AE22-4CD1-935D-69D0E8E7DA22}" destId="{89EFB25A-03F5-4A58-B8ED-5758B7CA00FB}" srcOrd="5" destOrd="0" presId="urn:microsoft.com/office/officeart/2009/layout/CircleArrowProcess"/>
    <dgm:cxn modelId="{0AB3658E-1758-4584-BB8E-3DD3E4FCCD8F}" type="presParOf" srcId="{3FDB5E3E-AE22-4CD1-935D-69D0E8E7DA22}" destId="{E8DD6C48-A8C2-42AE-AAB5-7BA30DF14B56}" srcOrd="6" destOrd="0" presId="urn:microsoft.com/office/officeart/2009/layout/CircleArrowProcess"/>
    <dgm:cxn modelId="{0CD119B3-3883-4838-834C-B3D7A428DB18}" type="presParOf" srcId="{E8DD6C48-A8C2-42AE-AAB5-7BA30DF14B56}" destId="{708792D5-D883-4423-98DA-3CF50867C68A}" srcOrd="0" destOrd="0" presId="urn:microsoft.com/office/officeart/2009/layout/CircleArrowProcess"/>
    <dgm:cxn modelId="{13A068A3-D7DA-45C0-8F54-C4902245FF0D}" type="presParOf" srcId="{3FDB5E3E-AE22-4CD1-935D-69D0E8E7DA22}" destId="{2F331285-B094-4F55-AF19-521AA962A7F4}" srcOrd="7" destOrd="0" presId="urn:microsoft.com/office/officeart/2009/layout/CircleArrowProcess"/>
    <dgm:cxn modelId="{F767974E-DA68-4534-B4CE-CA4F2C0FE360}" type="presParOf" srcId="{3FDB5E3E-AE22-4CD1-935D-69D0E8E7DA22}" destId="{2CEDE5BD-909C-451E-840E-93313AD01663}" srcOrd="8" destOrd="0" presId="urn:microsoft.com/office/officeart/2009/layout/CircleArrowProcess"/>
    <dgm:cxn modelId="{122524EB-4291-459E-B5FD-097D98EFB6D2}" type="presParOf" srcId="{2CEDE5BD-909C-451E-840E-93313AD01663}" destId="{B5D3A388-2609-41FB-B39A-0E8C26F2ED44}" srcOrd="0" destOrd="0" presId="urn:microsoft.com/office/officeart/2009/layout/CircleArrowProcess"/>
    <dgm:cxn modelId="{BDA479BB-57DB-4863-886B-FEF6A6A3A535}" type="presParOf" srcId="{3FDB5E3E-AE22-4CD1-935D-69D0E8E7DA22}" destId="{1F784C06-EA63-42AB-950D-C4EB305E5C14}" srcOrd="9" destOrd="0" presId="urn:microsoft.com/office/officeart/2009/layout/CircleArrowProcess"/>
    <dgm:cxn modelId="{0F23D147-018D-468E-B07E-B677E654BCC2}" type="presParOf" srcId="{3FDB5E3E-AE22-4CD1-935D-69D0E8E7DA22}" destId="{7CF0C63F-7354-4DB6-A647-2F7828F472F5}" srcOrd="10" destOrd="0" presId="urn:microsoft.com/office/officeart/2009/layout/CircleArrowProcess"/>
    <dgm:cxn modelId="{59735E81-C3B8-4075-8F67-4D43D843BD44}" type="presParOf" srcId="{7CF0C63F-7354-4DB6-A647-2F7828F472F5}" destId="{F3538DB7-E88F-43C9-94F6-E256DA21673E}" srcOrd="0" destOrd="0" presId="urn:microsoft.com/office/officeart/2009/layout/CircleArrowProcess"/>
    <dgm:cxn modelId="{1A021E42-1251-4CE5-8146-B5BE9744A0BE}" type="presParOf" srcId="{3FDB5E3E-AE22-4CD1-935D-69D0E8E7DA22}" destId="{72DC566B-C657-4603-8DF5-717DAEA9A78B}" srcOrd="11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14C983-BFB6-4500-8A96-5C16164E5295}" type="doc">
      <dgm:prSet loTypeId="urn:microsoft.com/office/officeart/2005/8/layout/hProcess3" loCatId="process" qsTypeId="urn:microsoft.com/office/officeart/2005/8/quickstyle/simple1" qsCatId="simple" csTypeId="urn:microsoft.com/office/officeart/2005/8/colors/accent2_5" csCatId="accent2" phldr="1"/>
      <dgm:spPr/>
    </dgm:pt>
    <dgm:pt modelId="{ED2B25F1-815C-44C8-988F-B72A5FF3497C}">
      <dgm:prSet phldrT="[Text]"/>
      <dgm:spPr/>
      <dgm:t>
        <a:bodyPr/>
        <a:lstStyle/>
        <a:p>
          <a:r>
            <a:rPr lang="en-US" b="1" dirty="0" smtClean="0"/>
            <a:t>USER INTRACTION</a:t>
          </a:r>
          <a:endParaRPr lang="en-US" b="1" dirty="0"/>
        </a:p>
      </dgm:t>
    </dgm:pt>
    <dgm:pt modelId="{ABEB2B6B-92BA-4929-84A4-6971DD1507BC}" cxnId="{6E0E93F4-043F-49A4-A344-66FB252F5392}" type="parTrans">
      <dgm:prSet/>
      <dgm:spPr/>
      <dgm:t>
        <a:bodyPr/>
        <a:lstStyle/>
        <a:p>
          <a:endParaRPr lang="en-US"/>
        </a:p>
      </dgm:t>
    </dgm:pt>
    <dgm:pt modelId="{6FE162C0-E0E9-42F0-A8AD-D78F954B9C6E}" cxnId="{6E0E93F4-043F-49A4-A344-66FB252F5392}" type="sibTrans">
      <dgm:prSet/>
      <dgm:spPr/>
      <dgm:t>
        <a:bodyPr/>
        <a:lstStyle/>
        <a:p>
          <a:endParaRPr lang="en-US"/>
        </a:p>
      </dgm:t>
    </dgm:pt>
    <dgm:pt modelId="{D048EB9B-3989-4E5E-98D6-A710841B656C}" type="pres">
      <dgm:prSet presAssocID="{D514C983-BFB6-4500-8A96-5C16164E5295}" presName="Name0" presStyleCnt="0">
        <dgm:presLayoutVars>
          <dgm:dir val="rev"/>
          <dgm:animLvl val="lvl"/>
          <dgm:resizeHandles val="exact"/>
        </dgm:presLayoutVars>
      </dgm:prSet>
      <dgm:spPr/>
    </dgm:pt>
    <dgm:pt modelId="{C0FC096B-9257-4C82-948E-D7D379C7000B}" type="pres">
      <dgm:prSet presAssocID="{D514C983-BFB6-4500-8A96-5C16164E5295}" presName="dummy" presStyleCnt="0"/>
      <dgm:spPr/>
    </dgm:pt>
    <dgm:pt modelId="{95BEFF05-5370-46D1-AA54-7B12943FA0A9}" type="pres">
      <dgm:prSet presAssocID="{D514C983-BFB6-4500-8A96-5C16164E5295}" presName="linH" presStyleCnt="0"/>
      <dgm:spPr/>
    </dgm:pt>
    <dgm:pt modelId="{CC0096A0-8936-4249-ADAE-83BEEBECBEF1}" type="pres">
      <dgm:prSet presAssocID="{D514C983-BFB6-4500-8A96-5C16164E5295}" presName="padding1" presStyleCnt="0"/>
      <dgm:spPr/>
    </dgm:pt>
    <dgm:pt modelId="{123BAB41-5F79-4DCB-8C01-146BBC6525D1}" type="pres">
      <dgm:prSet presAssocID="{ED2B25F1-815C-44C8-988F-B72A5FF3497C}" presName="linV" presStyleCnt="0"/>
      <dgm:spPr/>
    </dgm:pt>
    <dgm:pt modelId="{26EFB2C7-A8CE-4171-97BC-419801F07FED}" type="pres">
      <dgm:prSet presAssocID="{ED2B25F1-815C-44C8-988F-B72A5FF3497C}" presName="spVertical1" presStyleCnt="0"/>
      <dgm:spPr/>
    </dgm:pt>
    <dgm:pt modelId="{E5B30487-646D-4159-B11B-E1CB7760EBDA}" type="pres">
      <dgm:prSet presAssocID="{ED2B25F1-815C-44C8-988F-B72A5FF3497C}" presName="parTx" presStyleLbl="revTx" presStyleIdx="0" presStyleCnt="1" custScaleX="131375" custLinFactNeighborX="11459" custLinFactNeighborY="301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B91F16-9F7C-4294-AB9F-03CFD21622A3}" type="pres">
      <dgm:prSet presAssocID="{ED2B25F1-815C-44C8-988F-B72A5FF3497C}" presName="spVertical2" presStyleCnt="0"/>
      <dgm:spPr/>
    </dgm:pt>
    <dgm:pt modelId="{1CB258FA-4FEB-4128-801B-2A735D189993}" type="pres">
      <dgm:prSet presAssocID="{ED2B25F1-815C-44C8-988F-B72A5FF3497C}" presName="spVertical3" presStyleCnt="0"/>
      <dgm:spPr/>
    </dgm:pt>
    <dgm:pt modelId="{E24B1D8C-D02B-4A7E-8AC7-85CCC30E317F}" type="pres">
      <dgm:prSet presAssocID="{D514C983-BFB6-4500-8A96-5C16164E5295}" presName="padding2" presStyleCnt="0"/>
      <dgm:spPr/>
    </dgm:pt>
    <dgm:pt modelId="{BCBDEC7C-94FE-4176-9323-54F1FE825386}" type="pres">
      <dgm:prSet presAssocID="{D514C983-BFB6-4500-8A96-5C16164E5295}" presName="negArrow" presStyleCnt="0"/>
      <dgm:spPr/>
    </dgm:pt>
    <dgm:pt modelId="{3152A640-8AB4-4831-B370-5007483A60D5}" type="pres">
      <dgm:prSet presAssocID="{D514C983-BFB6-4500-8A96-5C16164E5295}" presName="backgroundArrow" presStyleLbl="node1" presStyleIdx="0" presStyleCnt="1"/>
      <dgm:spPr/>
    </dgm:pt>
  </dgm:ptLst>
  <dgm:cxnLst>
    <dgm:cxn modelId="{6E0E93F4-043F-49A4-A344-66FB252F5392}" srcId="{D514C983-BFB6-4500-8A96-5C16164E5295}" destId="{ED2B25F1-815C-44C8-988F-B72A5FF3497C}" srcOrd="0" destOrd="0" parTransId="{ABEB2B6B-92BA-4929-84A4-6971DD1507BC}" sibTransId="{6FE162C0-E0E9-42F0-A8AD-D78F954B9C6E}"/>
    <dgm:cxn modelId="{ACF6F9C7-F2EA-4DD9-AF3E-71893DC29541}" type="presOf" srcId="{D514C983-BFB6-4500-8A96-5C16164E5295}" destId="{D048EB9B-3989-4E5E-98D6-A710841B656C}" srcOrd="0" destOrd="0" presId="urn:microsoft.com/office/officeart/2005/8/layout/hProcess3"/>
    <dgm:cxn modelId="{687A5035-5290-4EFC-9A59-1D1234FAD3FC}" type="presOf" srcId="{ED2B25F1-815C-44C8-988F-B72A5FF3497C}" destId="{E5B30487-646D-4159-B11B-E1CB7760EBDA}" srcOrd="0" destOrd="0" presId="urn:microsoft.com/office/officeart/2005/8/layout/hProcess3"/>
    <dgm:cxn modelId="{E4B627CD-D2EC-4316-B516-3C543574C9A8}" type="presParOf" srcId="{D048EB9B-3989-4E5E-98D6-A710841B656C}" destId="{C0FC096B-9257-4C82-948E-D7D379C7000B}" srcOrd="0" destOrd="0" presId="urn:microsoft.com/office/officeart/2005/8/layout/hProcess3"/>
    <dgm:cxn modelId="{CFFECF33-26F8-48A6-A816-5F5ACCCFDC72}" type="presParOf" srcId="{D048EB9B-3989-4E5E-98D6-A710841B656C}" destId="{95BEFF05-5370-46D1-AA54-7B12943FA0A9}" srcOrd="1" destOrd="0" presId="urn:microsoft.com/office/officeart/2005/8/layout/hProcess3"/>
    <dgm:cxn modelId="{A21B9355-8F78-45F4-B56E-4B93B32AE7B4}" type="presParOf" srcId="{95BEFF05-5370-46D1-AA54-7B12943FA0A9}" destId="{CC0096A0-8936-4249-ADAE-83BEEBECBEF1}" srcOrd="0" destOrd="0" presId="urn:microsoft.com/office/officeart/2005/8/layout/hProcess3"/>
    <dgm:cxn modelId="{D7BF7E21-13DD-4AE6-8215-49AF471BD5B7}" type="presParOf" srcId="{95BEFF05-5370-46D1-AA54-7B12943FA0A9}" destId="{123BAB41-5F79-4DCB-8C01-146BBC6525D1}" srcOrd="1" destOrd="0" presId="urn:microsoft.com/office/officeart/2005/8/layout/hProcess3"/>
    <dgm:cxn modelId="{9594C884-C41A-4C79-ABB9-C80F57829F8C}" type="presParOf" srcId="{123BAB41-5F79-4DCB-8C01-146BBC6525D1}" destId="{26EFB2C7-A8CE-4171-97BC-419801F07FED}" srcOrd="0" destOrd="0" presId="urn:microsoft.com/office/officeart/2005/8/layout/hProcess3"/>
    <dgm:cxn modelId="{51EE22AD-6B5D-4B77-810C-CEBDA5FB0BA9}" type="presParOf" srcId="{123BAB41-5F79-4DCB-8C01-146BBC6525D1}" destId="{E5B30487-646D-4159-B11B-E1CB7760EBDA}" srcOrd="1" destOrd="0" presId="urn:microsoft.com/office/officeart/2005/8/layout/hProcess3"/>
    <dgm:cxn modelId="{DC837BC4-518F-4F57-B377-C21329004010}" type="presParOf" srcId="{123BAB41-5F79-4DCB-8C01-146BBC6525D1}" destId="{3CB91F16-9F7C-4294-AB9F-03CFD21622A3}" srcOrd="2" destOrd="0" presId="urn:microsoft.com/office/officeart/2005/8/layout/hProcess3"/>
    <dgm:cxn modelId="{C6B04095-FA26-4EAF-BE87-FF869BD0E6B0}" type="presParOf" srcId="{123BAB41-5F79-4DCB-8C01-146BBC6525D1}" destId="{1CB258FA-4FEB-4128-801B-2A735D189993}" srcOrd="3" destOrd="0" presId="urn:microsoft.com/office/officeart/2005/8/layout/hProcess3"/>
    <dgm:cxn modelId="{68417CDE-6313-4317-9565-2888BA7453F3}" type="presParOf" srcId="{95BEFF05-5370-46D1-AA54-7B12943FA0A9}" destId="{E24B1D8C-D02B-4A7E-8AC7-85CCC30E317F}" srcOrd="2" destOrd="0" presId="urn:microsoft.com/office/officeart/2005/8/layout/hProcess3"/>
    <dgm:cxn modelId="{0AF6F9A2-C043-4D57-A591-4FDB8AE38691}" type="presParOf" srcId="{95BEFF05-5370-46D1-AA54-7B12943FA0A9}" destId="{BCBDEC7C-94FE-4176-9323-54F1FE825386}" srcOrd="3" destOrd="0" presId="urn:microsoft.com/office/officeart/2005/8/layout/hProcess3"/>
    <dgm:cxn modelId="{4946A2B7-55DA-4567-A7C3-1D744725A99E}" type="presParOf" srcId="{95BEFF05-5370-46D1-AA54-7B12943FA0A9}" destId="{3152A640-8AB4-4831-B370-5007483A60D5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2598694" cy="5270115"/>
        <a:chOff x="0" y="0"/>
        <a:chExt cx="2598694" cy="5270115"/>
      </a:xfrm>
    </dsp:grpSpPr>
    <dsp:sp modelId="{A2FF25F9-8036-4D51-BD10-FF059B76F4DE}">
      <dsp:nvSpPr>
        <dsp:cNvPr id="3" name="Shape 2"/>
        <dsp:cNvSpPr/>
      </dsp:nvSpPr>
      <dsp:spPr bwMode="white">
        <a:xfrm>
          <a:off x="2999019" y="0"/>
          <a:ext cx="1385364" cy="138551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0"/>
            <a:gd name="adj5" fmla="val 125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2999019" y="0"/>
        <a:ext cx="1385364" cy="1385513"/>
      </dsp:txXfrm>
    </dsp:sp>
    <dsp:sp modelId="{E4EE5B54-D401-4B9D-BC77-23C45080B7F3}">
      <dsp:nvSpPr>
        <dsp:cNvPr id="4" name="Rectangles 3"/>
        <dsp:cNvSpPr/>
      </dsp:nvSpPr>
      <dsp:spPr bwMode="white">
        <a:xfrm>
          <a:off x="3303326" y="501715"/>
          <a:ext cx="773111" cy="38629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0" tIns="6350" rIns="6350" bIns="6350" anchor="ctr"/>
        <a:lstStyle>
          <a:lvl1pPr algn="ctr">
            <a:defRPr sz="1000"/>
          </a:lvl1pPr>
          <a:lvl2pPr marL="57150" indent="-57150" algn="ctr">
            <a:defRPr sz="700"/>
          </a:lvl2pPr>
          <a:lvl3pPr marL="114300" indent="-57150" algn="ctr">
            <a:defRPr sz="700"/>
          </a:lvl3pPr>
          <a:lvl4pPr marL="171450" indent="-57150" algn="ctr">
            <a:defRPr sz="700"/>
          </a:lvl4pPr>
          <a:lvl5pPr marL="228600" indent="-57150" algn="ctr">
            <a:defRPr sz="700"/>
          </a:lvl5pPr>
          <a:lvl6pPr marL="285750" indent="-57150" algn="ctr">
            <a:defRPr sz="700"/>
          </a:lvl6pPr>
          <a:lvl7pPr marL="342900" indent="-57150" algn="ctr">
            <a:defRPr sz="700"/>
          </a:lvl7pPr>
          <a:lvl8pPr marL="400050" indent="-57150" algn="ctr">
            <a:defRPr sz="700"/>
          </a:lvl8pPr>
          <a:lvl9pPr marL="457200" indent="-57150" algn="ctr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DATA SOURCE CONNECTION</a:t>
          </a:r>
          <a:endParaRPr lang="en-US" dirty="0">
            <a:solidFill>
              <a:schemeClr val="tx1"/>
            </a:solidFill>
          </a:endParaRPr>
        </a:p>
      </dsp:txBody>
      <dsp:txXfrm>
        <a:off x="3303326" y="501715"/>
        <a:ext cx="773111" cy="386299"/>
      </dsp:txXfrm>
    </dsp:sp>
    <dsp:sp modelId="{145857EB-4558-426C-841F-10EADD9466C0}">
      <dsp:nvSpPr>
        <dsp:cNvPr id="5" name="Circular Arrow 4"/>
        <dsp:cNvSpPr/>
      </dsp:nvSpPr>
      <dsp:spPr bwMode="white">
        <a:xfrm>
          <a:off x="3383885" y="796314"/>
          <a:ext cx="1385364" cy="138551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3383885" y="796314"/>
        <a:ext cx="1385364" cy="1385513"/>
      </dsp:txXfrm>
    </dsp:sp>
    <dsp:sp modelId="{EF559E79-ECB4-4D85-AF36-23685C3FEB22}">
      <dsp:nvSpPr>
        <dsp:cNvPr id="6" name="Rectangles 5"/>
        <dsp:cNvSpPr/>
      </dsp:nvSpPr>
      <dsp:spPr bwMode="white">
        <a:xfrm>
          <a:off x="3689752" y="1299610"/>
          <a:ext cx="773111" cy="38629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0" tIns="6350" rIns="6350" bIns="6350" anchor="ctr"/>
        <a:lstStyle>
          <a:lvl1pPr algn="ctr">
            <a:defRPr sz="1000"/>
          </a:lvl1pPr>
          <a:lvl2pPr marL="57150" indent="-57150" algn="ctr">
            <a:defRPr sz="700"/>
          </a:lvl2pPr>
          <a:lvl3pPr marL="114300" indent="-57150" algn="ctr">
            <a:defRPr sz="700"/>
          </a:lvl3pPr>
          <a:lvl4pPr marL="171450" indent="-57150" algn="ctr">
            <a:defRPr sz="700"/>
          </a:lvl4pPr>
          <a:lvl5pPr marL="228600" indent="-57150" algn="ctr">
            <a:defRPr sz="700"/>
          </a:lvl5pPr>
          <a:lvl6pPr marL="285750" indent="-57150" algn="ctr">
            <a:defRPr sz="700"/>
          </a:lvl6pPr>
          <a:lvl7pPr marL="342900" indent="-57150" algn="ctr">
            <a:defRPr sz="700"/>
          </a:lvl7pPr>
          <a:lvl8pPr marL="400050" indent="-57150" algn="ctr">
            <a:defRPr sz="700"/>
          </a:lvl8pPr>
          <a:lvl9pPr marL="457200" indent="-57150" algn="ctr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EDA</a:t>
          </a:r>
          <a:endParaRPr lang="en-US" dirty="0">
            <a:solidFill>
              <a:schemeClr val="tx1"/>
            </a:solidFill>
          </a:endParaRPr>
        </a:p>
      </dsp:txBody>
      <dsp:txXfrm>
        <a:off x="3689752" y="1299610"/>
        <a:ext cx="773111" cy="386299"/>
      </dsp:txXfrm>
    </dsp:sp>
    <dsp:sp modelId="{2B2E8C80-96C8-40C1-905D-166B44902B2B}">
      <dsp:nvSpPr>
        <dsp:cNvPr id="7" name="Shape 6"/>
        <dsp:cNvSpPr/>
      </dsp:nvSpPr>
      <dsp:spPr bwMode="white">
        <a:xfrm>
          <a:off x="2999019" y="1595264"/>
          <a:ext cx="1385364" cy="138551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Xfrm>
        <a:off x="2999019" y="1595264"/>
        <a:ext cx="1385364" cy="1385513"/>
      </dsp:txXfrm>
    </dsp:sp>
    <dsp:sp modelId="{89EFB25A-03F5-4A58-B8ED-5758B7CA00FB}">
      <dsp:nvSpPr>
        <dsp:cNvPr id="8" name="Rectangles 7"/>
        <dsp:cNvSpPr/>
      </dsp:nvSpPr>
      <dsp:spPr bwMode="white">
        <a:xfrm>
          <a:off x="3303326" y="2096979"/>
          <a:ext cx="773111" cy="38629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0" tIns="6350" rIns="6350" bIns="6350" anchor="ctr"/>
        <a:lstStyle>
          <a:lvl1pPr algn="ctr">
            <a:defRPr sz="1000"/>
          </a:lvl1pPr>
          <a:lvl2pPr marL="57150" indent="-57150" algn="ctr">
            <a:defRPr sz="700"/>
          </a:lvl2pPr>
          <a:lvl3pPr marL="114300" indent="-57150" algn="ctr">
            <a:defRPr sz="700"/>
          </a:lvl3pPr>
          <a:lvl4pPr marL="171450" indent="-57150" algn="ctr">
            <a:defRPr sz="700"/>
          </a:lvl4pPr>
          <a:lvl5pPr marL="228600" indent="-57150" algn="ctr">
            <a:defRPr sz="700"/>
          </a:lvl5pPr>
          <a:lvl6pPr marL="285750" indent="-57150" algn="ctr">
            <a:defRPr sz="700"/>
          </a:lvl6pPr>
          <a:lvl7pPr marL="342900" indent="-57150" algn="ctr">
            <a:defRPr sz="700"/>
          </a:lvl7pPr>
          <a:lvl8pPr marL="400050" indent="-57150" algn="ctr">
            <a:defRPr sz="700"/>
          </a:lvl8pPr>
          <a:lvl9pPr marL="457200" indent="-57150" algn="ctr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MODEL BUILDING</a:t>
          </a:r>
          <a:endParaRPr lang="en-US" dirty="0">
            <a:solidFill>
              <a:schemeClr val="tx1"/>
            </a:solidFill>
          </a:endParaRPr>
        </a:p>
      </dsp:txBody>
      <dsp:txXfrm>
        <a:off x="3303326" y="2096979"/>
        <a:ext cx="773111" cy="386299"/>
      </dsp:txXfrm>
    </dsp:sp>
    <dsp:sp modelId="{708792D5-D883-4423-98DA-3CF50867C68A}">
      <dsp:nvSpPr>
        <dsp:cNvPr id="9" name="Circular Arrow 8"/>
        <dsp:cNvSpPr/>
      </dsp:nvSpPr>
      <dsp:spPr bwMode="white">
        <a:xfrm>
          <a:off x="3383885" y="2393159"/>
          <a:ext cx="1385364" cy="138551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Xfrm>
        <a:off x="3383885" y="2393159"/>
        <a:ext cx="1385364" cy="1385513"/>
      </dsp:txXfrm>
    </dsp:sp>
    <dsp:sp modelId="{2F331285-B094-4F55-AF19-521AA962A7F4}">
      <dsp:nvSpPr>
        <dsp:cNvPr id="10" name="Rectangles 9"/>
        <dsp:cNvSpPr/>
      </dsp:nvSpPr>
      <dsp:spPr bwMode="white">
        <a:xfrm>
          <a:off x="3689752" y="2894874"/>
          <a:ext cx="773111" cy="38629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0" tIns="6350" rIns="6350" bIns="6350" anchor="ctr"/>
        <a:lstStyle>
          <a:lvl1pPr algn="ctr">
            <a:defRPr sz="1000"/>
          </a:lvl1pPr>
          <a:lvl2pPr marL="57150" indent="-57150" algn="ctr">
            <a:defRPr sz="700"/>
          </a:lvl2pPr>
          <a:lvl3pPr marL="114300" indent="-57150" algn="ctr">
            <a:defRPr sz="700"/>
          </a:lvl3pPr>
          <a:lvl4pPr marL="171450" indent="-57150" algn="ctr">
            <a:defRPr sz="700"/>
          </a:lvl4pPr>
          <a:lvl5pPr marL="228600" indent="-57150" algn="ctr">
            <a:defRPr sz="700"/>
          </a:lvl5pPr>
          <a:lvl6pPr marL="285750" indent="-57150" algn="ctr">
            <a:defRPr sz="700"/>
          </a:lvl6pPr>
          <a:lvl7pPr marL="342900" indent="-57150" algn="ctr">
            <a:defRPr sz="700"/>
          </a:lvl7pPr>
          <a:lvl8pPr marL="400050" indent="-57150" algn="ctr">
            <a:defRPr sz="700"/>
          </a:lvl8pPr>
          <a:lvl9pPr marL="457200" indent="-57150" algn="ctr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DEPLOYMENT</a:t>
          </a:r>
          <a:endParaRPr lang="en-US" dirty="0">
            <a:solidFill>
              <a:schemeClr val="tx1"/>
            </a:solidFill>
          </a:endParaRPr>
        </a:p>
      </dsp:txBody>
      <dsp:txXfrm>
        <a:off x="3689752" y="2894874"/>
        <a:ext cx="773111" cy="386299"/>
      </dsp:txXfrm>
    </dsp:sp>
    <dsp:sp modelId="{B5D3A388-2609-41FB-B39A-0E8C26F2ED44}">
      <dsp:nvSpPr>
        <dsp:cNvPr id="11" name="Shape 10"/>
        <dsp:cNvSpPr/>
      </dsp:nvSpPr>
      <dsp:spPr bwMode="white">
        <a:xfrm>
          <a:off x="2999019" y="3190001"/>
          <a:ext cx="1385364" cy="138551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Xfrm>
        <a:off x="2999019" y="3190001"/>
        <a:ext cx="1385364" cy="1385513"/>
      </dsp:txXfrm>
    </dsp:sp>
    <dsp:sp modelId="{1F784C06-EA63-42AB-950D-C4EB305E5C14}">
      <dsp:nvSpPr>
        <dsp:cNvPr id="12" name="Rectangles 11"/>
        <dsp:cNvSpPr/>
      </dsp:nvSpPr>
      <dsp:spPr bwMode="white">
        <a:xfrm>
          <a:off x="3303326" y="3691716"/>
          <a:ext cx="773111" cy="38629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0" tIns="6350" rIns="6350" bIns="6350" anchor="ctr"/>
        <a:lstStyle>
          <a:lvl1pPr algn="ctr">
            <a:defRPr sz="1000"/>
          </a:lvl1pPr>
          <a:lvl2pPr marL="57150" indent="-57150" algn="ctr">
            <a:defRPr sz="700"/>
          </a:lvl2pPr>
          <a:lvl3pPr marL="114300" indent="-57150" algn="ctr">
            <a:defRPr sz="700"/>
          </a:lvl3pPr>
          <a:lvl4pPr marL="171450" indent="-57150" algn="ctr">
            <a:defRPr sz="700"/>
          </a:lvl4pPr>
          <a:lvl5pPr marL="228600" indent="-57150" algn="ctr">
            <a:defRPr sz="700"/>
          </a:lvl5pPr>
          <a:lvl6pPr marL="285750" indent="-57150" algn="ctr">
            <a:defRPr sz="700"/>
          </a:lvl6pPr>
          <a:lvl7pPr marL="342900" indent="-57150" algn="ctr">
            <a:defRPr sz="700"/>
          </a:lvl7pPr>
          <a:lvl8pPr marL="400050" indent="-57150" algn="ctr">
            <a:defRPr sz="700"/>
          </a:lvl8pPr>
          <a:lvl9pPr marL="457200" indent="-57150" algn="ctr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DATABASE STORAGE</a:t>
          </a:r>
          <a:endParaRPr lang="en-US" dirty="0">
            <a:solidFill>
              <a:schemeClr val="tx1"/>
            </a:solidFill>
          </a:endParaRPr>
        </a:p>
      </dsp:txBody>
      <dsp:txXfrm>
        <a:off x="3303326" y="3691716"/>
        <a:ext cx="773111" cy="386299"/>
      </dsp:txXfrm>
    </dsp:sp>
    <dsp:sp modelId="{F3538DB7-E88F-43C9-94F6-E256DA21673E}">
      <dsp:nvSpPr>
        <dsp:cNvPr id="13" name="Block Arc 12"/>
        <dsp:cNvSpPr/>
      </dsp:nvSpPr>
      <dsp:spPr bwMode="white">
        <a:xfrm>
          <a:off x="3482376" y="4079069"/>
          <a:ext cx="1190202" cy="1191046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3482376" y="4079069"/>
        <a:ext cx="1190202" cy="1191046"/>
      </dsp:txXfrm>
    </dsp:sp>
    <dsp:sp modelId="{72DC566B-C657-4603-8DF5-717DAEA9A78B}">
      <dsp:nvSpPr>
        <dsp:cNvPr id="14" name="Rectangles 13"/>
        <dsp:cNvSpPr/>
      </dsp:nvSpPr>
      <dsp:spPr bwMode="white">
        <a:xfrm>
          <a:off x="3689752" y="4489611"/>
          <a:ext cx="773111" cy="38629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350" tIns="6350" rIns="6350" bIns="6350" anchor="ctr"/>
        <a:lstStyle>
          <a:lvl1pPr algn="ctr">
            <a:defRPr sz="1000"/>
          </a:lvl1pPr>
          <a:lvl2pPr marL="57150" indent="-57150" algn="ctr">
            <a:defRPr sz="700"/>
          </a:lvl2pPr>
          <a:lvl3pPr marL="114300" indent="-57150" algn="ctr">
            <a:defRPr sz="700"/>
          </a:lvl3pPr>
          <a:lvl4pPr marL="171450" indent="-57150" algn="ctr">
            <a:defRPr sz="700"/>
          </a:lvl4pPr>
          <a:lvl5pPr marL="228600" indent="-57150" algn="ctr">
            <a:defRPr sz="700"/>
          </a:lvl5pPr>
          <a:lvl6pPr marL="285750" indent="-57150" algn="ctr">
            <a:defRPr sz="700"/>
          </a:lvl6pPr>
          <a:lvl7pPr marL="342900" indent="-57150" algn="ctr">
            <a:defRPr sz="700"/>
          </a:lvl7pPr>
          <a:lvl8pPr marL="400050" indent="-57150" algn="ctr">
            <a:defRPr sz="700"/>
          </a:lvl8pPr>
          <a:lvl9pPr marL="457200" indent="-57150" algn="ctr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LOCAL DATA RETRIEVAL</a:t>
          </a:r>
          <a:endParaRPr lang="en-US" dirty="0">
            <a:solidFill>
              <a:schemeClr val="tx1"/>
            </a:solidFill>
          </a:endParaRPr>
        </a:p>
      </dsp:txBody>
      <dsp:txXfrm>
        <a:off x="3689752" y="4489611"/>
        <a:ext cx="773111" cy="386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644070" cy="766618"/>
        <a:chOff x="0" y="0"/>
        <a:chExt cx="1644070" cy="766618"/>
      </a:xfrm>
    </dsp:grpSpPr>
    <dsp:sp modelId="{3152A640-8AB4-4831-B370-5007483A60D5}">
      <dsp:nvSpPr>
        <dsp:cNvPr id="4" name="Left Arrow 3"/>
        <dsp:cNvSpPr/>
      </dsp:nvSpPr>
      <dsp:spPr bwMode="white">
        <a:xfrm>
          <a:off x="0" y="23309"/>
          <a:ext cx="1644070" cy="720000"/>
        </a:xfrm>
        <a:prstGeom prst="leftArrow">
          <a:avLst/>
        </a:prstGeom>
      </dsp:spPr>
      <dsp:style>
        <a:lnRef idx="2">
          <a:schemeClr val="lt1"/>
        </a:lnRef>
        <a:fillRef idx="1">
          <a:schemeClr val="accent2">
            <a:alpha val="9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0" y="23309"/>
        <a:ext cx="1644070" cy="720000"/>
      </dsp:txXfrm>
    </dsp:sp>
    <dsp:sp modelId="{E5B30487-646D-4159-B11B-E1CB7760EBDA}">
      <dsp:nvSpPr>
        <dsp:cNvPr id="3" name="Rectangles 2"/>
        <dsp:cNvSpPr/>
      </dsp:nvSpPr>
      <dsp:spPr bwMode="white">
        <a:xfrm>
          <a:off x="281996" y="208743"/>
          <a:ext cx="1348137" cy="36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101600" rIns="0" bIns="101600" anchor="ctr"/>
        <a:lstStyle>
          <a:lvl1pPr algn="ctr">
            <a:defRPr sz="1000"/>
          </a:lvl1pPr>
          <a:lvl2pPr marL="57150" indent="-57150" algn="ctr">
            <a:defRPr sz="700"/>
          </a:lvl2pPr>
          <a:lvl3pPr marL="114300" indent="-57150" algn="ctr">
            <a:defRPr sz="700"/>
          </a:lvl3pPr>
          <a:lvl4pPr marL="171450" indent="-57150" algn="ctr">
            <a:defRPr sz="700"/>
          </a:lvl4pPr>
          <a:lvl5pPr marL="228600" indent="-57150" algn="ctr">
            <a:defRPr sz="700"/>
          </a:lvl5pPr>
          <a:lvl6pPr marL="285750" indent="-57150" algn="ctr">
            <a:defRPr sz="700"/>
          </a:lvl6pPr>
          <a:lvl7pPr marL="342900" indent="-57150" algn="ctr">
            <a:defRPr sz="700"/>
          </a:lvl7pPr>
          <a:lvl8pPr marL="400050" indent="-57150" algn="ctr">
            <a:defRPr sz="700"/>
          </a:lvl8pPr>
          <a:lvl9pPr marL="457200" indent="-57150" algn="ctr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>
              <a:solidFill>
                <a:schemeClr val="tx1"/>
              </a:solidFill>
            </a:rPr>
            <a:t>USER INTRACTION</a:t>
          </a:r>
          <a:endParaRPr lang="en-US" b="1" dirty="0">
            <a:solidFill>
              <a:schemeClr val="tx1"/>
            </a:solidFill>
          </a:endParaRPr>
        </a:p>
      </dsp:txBody>
      <dsp:txXfrm>
        <a:off x="281996" y="208743"/>
        <a:ext cx="1348137" cy="36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A17EC-9012-4368-B71B-BF094728396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1C4ED-26A8-4A38-8E94-480749C76E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4B190-8D54-4D23-8D72-71FE40D71B7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1D171-714F-4E93-B9CE-34F058BF03F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4B190-8D54-4D23-8D72-71FE40D71B7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346" y="230188"/>
            <a:ext cx="711200" cy="711200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web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slideLayout" Target="../slideLayouts/slideLayout2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31000" r="-3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400" y="304800"/>
            <a:ext cx="9144000" cy="2110740"/>
          </a:xfrm>
        </p:spPr>
        <p:txBody>
          <a:bodyPr>
            <a:noAutofit/>
          </a:bodyPr>
          <a:lstStyle/>
          <a:p>
            <a:r>
              <a:rPr lang="en-US" sz="80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BMW Sales Prediction</a:t>
            </a:r>
            <a:endParaRPr lang="en-US" sz="8000" b="1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87920" y="5927090"/>
            <a:ext cx="4572000" cy="93091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Developed by: </a:t>
            </a:r>
            <a:r>
              <a:rPr lang="en-US" dirty="0" err="1" smtClean="0">
                <a:solidFill>
                  <a:schemeClr val="tx1"/>
                </a:solidFill>
              </a:rPr>
              <a:t>Tushar &amp; Kuldeep</a:t>
            </a:r>
            <a:endParaRPr lang="en-US" dirty="0" err="1" smtClean="0">
              <a:solidFill>
                <a:schemeClr val="tx1"/>
              </a:solidFill>
            </a:endParaRPr>
          </a:p>
          <a:p>
            <a:endParaRPr lang="en-US" dirty="0" err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654"/>
          </a:xfrm>
        </p:spPr>
        <p:txBody>
          <a:bodyPr/>
          <a:lstStyle/>
          <a:p>
            <a:r>
              <a:rPr lang="en-US" b="1" u="sng" dirty="0" smtClean="0">
                <a:latin typeface="Agency FB" panose="020B0503020202020204" pitchFamily="34" charset="0"/>
              </a:rPr>
              <a:t>Problem Statement</a:t>
            </a:r>
            <a:endParaRPr lang="en-US" b="1" u="sng" dirty="0">
              <a:latin typeface="Agency FB" panose="020B050302020202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364026"/>
            <a:ext cx="10282382" cy="206851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/>
              <a:t>BMW is experiencing challenges in accurately forecasting production targets, resulting </a:t>
            </a:r>
            <a:r>
              <a:rPr lang="en-US" sz="2200" b="1" dirty="0"/>
              <a:t>inefficient resource utilization</a:t>
            </a:r>
            <a:r>
              <a:rPr lang="en-US" sz="2200" dirty="0"/>
              <a:t> and </a:t>
            </a:r>
            <a:r>
              <a:rPr lang="en-US" sz="2200" b="1" dirty="0"/>
              <a:t>production planning gaps</a:t>
            </a:r>
            <a:r>
              <a:rPr lang="en-US" sz="2200" dirty="0"/>
              <a:t>.</a:t>
            </a:r>
            <a:br>
              <a:rPr lang="en-US" sz="2200" dirty="0"/>
            </a:br>
            <a:r>
              <a:rPr lang="en-US" sz="2200" dirty="0"/>
              <a:t>To overcome this, the company seeks to </a:t>
            </a:r>
            <a:r>
              <a:rPr lang="en-US" sz="2200" b="1" dirty="0"/>
              <a:t>develop a data-driven sales prediction model</a:t>
            </a:r>
            <a:r>
              <a:rPr lang="en-US" sz="2200" dirty="0"/>
              <a:t> that will enable </a:t>
            </a:r>
            <a:r>
              <a:rPr lang="en-US" sz="2200" b="1" dirty="0"/>
              <a:t>optimized production scheduling</a:t>
            </a:r>
            <a:r>
              <a:rPr lang="en-US" sz="2200" dirty="0"/>
              <a:t>, </a:t>
            </a:r>
            <a:r>
              <a:rPr lang="en-US" sz="2200" b="1" dirty="0"/>
              <a:t>better resource allocation</a:t>
            </a:r>
            <a:r>
              <a:rPr lang="en-US" sz="2200" dirty="0"/>
              <a:t>, and </a:t>
            </a:r>
            <a:r>
              <a:rPr lang="en-US" sz="2200" b="1" dirty="0"/>
              <a:t>improved operational efficiency</a:t>
            </a:r>
            <a:r>
              <a:rPr lang="en-US" sz="2200" dirty="0"/>
              <a:t>.</a:t>
            </a:r>
            <a:endParaRPr lang="en-US" sz="2200" dirty="0"/>
          </a:p>
        </p:txBody>
      </p:sp>
      <p:sp>
        <p:nvSpPr>
          <p:cNvPr id="8" name="Title 1"/>
          <p:cNvSpPr txBox="1"/>
          <p:nvPr/>
        </p:nvSpPr>
        <p:spPr>
          <a:xfrm>
            <a:off x="838200" y="3450145"/>
            <a:ext cx="10515600" cy="9385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latin typeface="Agency FB" panose="020B0503020202020204" pitchFamily="34" charset="0"/>
              </a:rPr>
              <a:t>Project Goal</a:t>
            </a:r>
            <a:endParaRPr lang="en-US" b="1" u="sng" dirty="0">
              <a:latin typeface="Agency FB" panose="020B0503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200" y="4290436"/>
            <a:ext cx="963583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To </a:t>
            </a:r>
            <a:r>
              <a:rPr lang="en-US" sz="2200" b="1" dirty="0"/>
              <a:t>develop a predictive analytics model</a:t>
            </a:r>
            <a:r>
              <a:rPr lang="en-US" sz="2200" dirty="0"/>
              <a:t> that accurately forecasts BMW’s future car sales, enabling the company to:</a:t>
            </a:r>
            <a:endParaRPr lang="en-US" sz="2200" dirty="0"/>
          </a:p>
          <a:p>
            <a:r>
              <a:rPr lang="en-US" sz="2200" b="1" dirty="0"/>
              <a:t>Optimize production targets</a:t>
            </a:r>
            <a:r>
              <a:rPr lang="en-US" sz="2200" dirty="0"/>
              <a:t> based on demand trends.</a:t>
            </a:r>
            <a:endParaRPr lang="en-US" sz="2200" dirty="0"/>
          </a:p>
          <a:p>
            <a:r>
              <a:rPr lang="en-US" sz="2200" b="1" dirty="0"/>
              <a:t>Improve resource utilization</a:t>
            </a:r>
            <a:r>
              <a:rPr lang="en-US" sz="2200" dirty="0"/>
              <a:t> across manufacturing and supply chains.</a:t>
            </a:r>
            <a:endParaRPr lang="en-US" sz="2200" dirty="0"/>
          </a:p>
          <a:p>
            <a:r>
              <a:rPr lang="en-US" sz="2200" b="1" dirty="0"/>
              <a:t>Support data-driven decision-making</a:t>
            </a:r>
            <a:r>
              <a:rPr lang="en-US" sz="2200" dirty="0"/>
              <a:t> for production planning and inventory management.</a:t>
            </a:r>
            <a:endParaRPr lang="en-US" sz="2200" dirty="0"/>
          </a:p>
          <a:p>
            <a:r>
              <a:rPr lang="en-US" sz="2200" b="1" dirty="0"/>
              <a:t>Enhance overall operational efficiency and profitability.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latin typeface="Agency FB" panose="020B0503020202020204" pitchFamily="34" charset="0"/>
              </a:rPr>
              <a:t>Methodology</a:t>
            </a:r>
            <a:endParaRPr lang="en-US" b="1" u="sng" dirty="0">
              <a:latin typeface="Agency FB" panose="020B0503020202020204" pitchFamily="34" charset="0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699004" y="1422399"/>
          <a:ext cx="7768268" cy="5270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6410039" y="4156365"/>
          <a:ext cx="1644070" cy="766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33764" y="4572866"/>
            <a:ext cx="791389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sourced from </a:t>
            </a:r>
            <a:r>
              <a:rPr kumimoji="0" lang="en-US" alt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Kaggle’s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verified BMW sales dataset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Imported into the analytics environment for predictive modeling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Ensured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reliability and consistency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through validation checks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Formed the foundation for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accurate sales forecasting and insights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838200" y="258907"/>
            <a:ext cx="10515600" cy="93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latin typeface="Agency FB" panose="020B0503020202020204" pitchFamily="34" charset="0"/>
              </a:rPr>
              <a:t>Data Source Connection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7" name="Picture 6" descr="&lt;strong&gt;Kaggle&lt;/strong&gt;: The Home of Data Science - Math is in the air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472" y="2886508"/>
            <a:ext cx="2286000" cy="819150"/>
          </a:xfrm>
          <a:prstGeom prst="rect">
            <a:avLst/>
          </a:prstGeom>
        </p:spPr>
      </p:pic>
      <p:pic>
        <p:nvPicPr>
          <p:cNvPr id="10" name="Picture 9" descr="carsten knoch: essays + idea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316" y="3086749"/>
            <a:ext cx="1427018" cy="1427018"/>
          </a:xfrm>
          <a:prstGeom prst="rect">
            <a:avLst/>
          </a:prstGeom>
        </p:spPr>
      </p:pic>
      <p:sp>
        <p:nvSpPr>
          <p:cNvPr id="11" name="Curved Down Arrow 10"/>
          <p:cNvSpPr/>
          <p:nvPr/>
        </p:nvSpPr>
        <p:spPr>
          <a:xfrm>
            <a:off x="3648108" y="1198851"/>
            <a:ext cx="4895784" cy="1828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0975"/>
            <a:ext cx="7359015" cy="5407025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t>Data columns (total 10 columns):</a:t>
            </a:r>
          </a:p>
          <a:p>
            <a:r>
              <a:t> #   Column                Non-Null Count  Dtype  </a:t>
            </a:r>
          </a:p>
          <a:p>
            <a:r>
              <a:t>----------------------</a:t>
            </a:r>
            <a:r>
              <a:rPr lang="en-US"/>
              <a:t>-----------------------------------</a:t>
            </a:r>
            <a:r>
              <a:t> </a:t>
            </a:r>
          </a:p>
          <a:p>
            <a:r>
              <a:t> </a:t>
            </a:r>
            <a:r>
              <a:rPr lang="en-US"/>
              <a:t>1</a:t>
            </a:r>
            <a:r>
              <a:t>  Model                 50000 non-null  object </a:t>
            </a:r>
          </a:p>
          <a:p>
            <a:r>
              <a:t> </a:t>
            </a:r>
            <a:r>
              <a:rPr lang="en-US"/>
              <a:t>2</a:t>
            </a:r>
            <a:r>
              <a:t>   Year                  50000 non-null  int64  </a:t>
            </a:r>
          </a:p>
          <a:p>
            <a:r>
              <a:t> </a:t>
            </a:r>
            <a:r>
              <a:rPr lang="en-US"/>
              <a:t>3</a:t>
            </a:r>
            <a:r>
              <a:t>   Region                50000 non-null  object </a:t>
            </a:r>
          </a:p>
          <a:p>
            <a:r>
              <a:t> </a:t>
            </a:r>
            <a:r>
              <a:rPr lang="en-US"/>
              <a:t>4</a:t>
            </a:r>
            <a:r>
              <a:t>   Color                 50000 non-null  object </a:t>
            </a:r>
          </a:p>
          <a:p>
            <a:r>
              <a:t> </a:t>
            </a:r>
            <a:r>
              <a:rPr lang="en-US"/>
              <a:t>5</a:t>
            </a:r>
            <a:r>
              <a:t>   Fuel_Type             50000 non-null  object </a:t>
            </a:r>
          </a:p>
          <a:p>
            <a:r>
              <a:t> </a:t>
            </a:r>
            <a:r>
              <a:rPr lang="en-US"/>
              <a:t>6</a:t>
            </a:r>
            <a:r>
              <a:t>   Transmission          50000 non-null  object </a:t>
            </a:r>
          </a:p>
          <a:p>
            <a:r>
              <a:t> </a:t>
            </a:r>
            <a:r>
              <a:rPr lang="en-US"/>
              <a:t>7</a:t>
            </a:r>
            <a:r>
              <a:t>   Engine_Size_L         50000 non-null  float64</a:t>
            </a:r>
          </a:p>
          <a:p>
            <a:r>
              <a:t> </a:t>
            </a:r>
            <a:r>
              <a:rPr lang="en-US"/>
              <a:t>8</a:t>
            </a:r>
            <a:r>
              <a:t>   Price_USD             50000 non-null  int64  </a:t>
            </a:r>
          </a:p>
          <a:p>
            <a:r>
              <a:t> </a:t>
            </a:r>
            <a:r>
              <a:rPr lang="en-US"/>
              <a:t>9</a:t>
            </a:r>
            <a:r>
              <a:t>   Sales_Volume          50000 non-null  int64  </a:t>
            </a:r>
          </a:p>
          <a:p>
            <a:r>
              <a:t> </a:t>
            </a:r>
            <a:r>
              <a:rPr lang="en-US"/>
              <a:t>10</a:t>
            </a:r>
            <a:r>
              <a:t>   Sales_Classification  50000 non-null  object </a:t>
            </a:r>
          </a:p>
          <a:p>
            <a:r>
              <a:t>dtypes: float64(1), int64(3), object(6)</a:t>
            </a:r>
          </a:p>
          <a:p>
            <a:r>
              <a:t>memory usage: 3.8+ MB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1797</Words>
  <Application>WPS Presentation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Agency FB</vt:lpstr>
      <vt:lpstr>Trebuchet MS</vt:lpstr>
      <vt:lpstr>Calibri</vt:lpstr>
      <vt:lpstr>Microsoft YaHei</vt:lpstr>
      <vt:lpstr>Arial Unicode MS</vt:lpstr>
      <vt:lpstr>Calibri Light</vt:lpstr>
      <vt:lpstr>Office Theme</vt:lpstr>
      <vt:lpstr>BMW Sales Prediction</vt:lpstr>
      <vt:lpstr>Problem Statement</vt:lpstr>
      <vt:lpstr>Methodology</vt:lpstr>
      <vt:lpstr>PowerPoint 演示文稿</vt:lpstr>
      <vt:lpstr>Data Overview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BMW Sales Prediction</dc:title>
  <dc:creator>DELL</dc:creator>
  <cp:lastModifiedBy>TUSHAR</cp:lastModifiedBy>
  <cp:revision>21</cp:revision>
  <dcterms:created xsi:type="dcterms:W3CDTF">2025-11-12T11:52:00Z</dcterms:created>
  <dcterms:modified xsi:type="dcterms:W3CDTF">2025-11-15T19:08:10Z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863E840ABCC64201AF177D1DAB186E43_12</vt:lpwstr>
  </property>
  <property fmtid="{D5CDD505-2E9C-101B-9397-08002B2CF9AE}" pid="3" name="KSOProductBuildVer">
    <vt:lpwstr>1033-12.2.0.23155</vt:lpwstr>
  </property>
</Properties>
</file>